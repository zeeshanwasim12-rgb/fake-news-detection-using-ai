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e3c7a5061a4df4" /><Relationship Type="http://schemas.openxmlformats.org/officeDocument/2006/relationships/extended-properties" Target="/docProps/app.xml" Id="R68d016949fa44cbd" /><Relationship Type="http://schemas.openxmlformats.org/officeDocument/2006/relationships/officeDocument" Target="/ppt/presentation.xml" Id="R45db48b1f910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60d7f9a1bb45b0"/>
  </p:sldMasterIdLst>
  <p:notesMasterIdLst>
    <p:notesMasterId xmlns:r="http://schemas.openxmlformats.org/officeDocument/2006/relationships" r:id="Rfe396144121b4446"/>
  </p:notesMasterIdLst>
  <p:sldIdLst>
    <p:sldId xmlns:r="http://schemas.openxmlformats.org/officeDocument/2006/relationships" id="256" r:id="R68ca291a446d4399"/>
    <p:sldId xmlns:r="http://schemas.openxmlformats.org/officeDocument/2006/relationships" id="257" r:id="R77ee01ccc5d84c32"/>
    <p:sldId xmlns:r="http://schemas.openxmlformats.org/officeDocument/2006/relationships" id="258" r:id="R717e88017fa445de"/>
    <p:sldId xmlns:r="http://schemas.openxmlformats.org/officeDocument/2006/relationships" id="259" r:id="R94f5d35d9ace4830"/>
    <p:sldId xmlns:r="http://schemas.openxmlformats.org/officeDocument/2006/relationships" id="260" r:id="Rb3831e773c1444d9"/>
    <p:sldId xmlns:r="http://schemas.openxmlformats.org/officeDocument/2006/relationships" id="261" r:id="Rd1cfb03826634a45"/>
    <p:sldId xmlns:r="http://schemas.openxmlformats.org/officeDocument/2006/relationships" id="262" r:id="R3d75eeef4ef74147"/>
    <p:sldId xmlns:r="http://schemas.openxmlformats.org/officeDocument/2006/relationships" id="263" r:id="R426719c48fea41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0d7f9a1bb45b0" /><Relationship Type="http://schemas.openxmlformats.org/officeDocument/2006/relationships/theme" Target="/ppt/theme/theme1.xml" Id="R4ab041124d9842c6" /><Relationship Type="http://schemas.openxmlformats.org/officeDocument/2006/relationships/notesMaster" Target="/ppt/notesMasters/notesMaster1.xml" Id="Rfe396144121b4446" /><Relationship Type="http://schemas.openxmlformats.org/officeDocument/2006/relationships/presProps" Target="/ppt/presProps.xml" Id="R27588602c0ee4c04" /><Relationship Type="http://schemas.openxmlformats.org/officeDocument/2006/relationships/viewProps" Target="/ppt/viewProps.xml" Id="R34759804f2924a24" /><Relationship Type="http://schemas.openxmlformats.org/officeDocument/2006/relationships/tableStyles" Target="/ppt/tableStyles.xml" Id="Rbf394df3e4ea46b9" /><Relationship Type="http://schemas.openxmlformats.org/officeDocument/2006/relationships/slide" Target="/ppt/slides/slide1.xml" Id="R68ca291a446d4399" /><Relationship Type="http://schemas.openxmlformats.org/officeDocument/2006/relationships/slide" Target="/ppt/slides/slide2.xml" Id="R77ee01ccc5d84c32" /><Relationship Type="http://schemas.openxmlformats.org/officeDocument/2006/relationships/slide" Target="/ppt/slides/slide3.xml" Id="R717e88017fa445de" /><Relationship Type="http://schemas.openxmlformats.org/officeDocument/2006/relationships/slide" Target="/ppt/slides/slide4.xml" Id="R94f5d35d9ace4830" /><Relationship Type="http://schemas.openxmlformats.org/officeDocument/2006/relationships/slide" Target="/ppt/slides/slide5.xml" Id="Rb3831e773c1444d9" /><Relationship Type="http://schemas.openxmlformats.org/officeDocument/2006/relationships/slide" Target="/ppt/slides/slide6.xml" Id="Rd1cfb03826634a45" /><Relationship Type="http://schemas.openxmlformats.org/officeDocument/2006/relationships/slide" Target="/ppt/slides/slide7.xml" Id="R3d75eeef4ef74147" /><Relationship Type="http://schemas.openxmlformats.org/officeDocument/2006/relationships/slide" Target="/ppt/slides/slide8.xml" Id="R426719c48fea41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60c296c606949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2f5a73f2444f6b" /><Relationship Type="http://schemas.openxmlformats.org/officeDocument/2006/relationships/notesMaster" Target="/ppt/notesMasters/notesMaster1.xml" Id="R89a65bea4f3d4f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75fee544cd4bca" /><Relationship Type="http://schemas.openxmlformats.org/officeDocument/2006/relationships/notesMaster" Target="/ppt/notesMasters/notesMaster1.xml" Id="Ra7f9beb606f542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aa14cdad0142a6" /><Relationship Type="http://schemas.openxmlformats.org/officeDocument/2006/relationships/notesMaster" Target="/ppt/notesMasters/notesMaster1.xml" Id="R88d5ec90b99f4e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37acd14e14a16" /><Relationship Type="http://schemas.openxmlformats.org/officeDocument/2006/relationships/notesMaster" Target="/ppt/notesMasters/notesMaster1.xml" Id="Ra7fe1acd13f140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aef890dd1f4579" /><Relationship Type="http://schemas.openxmlformats.org/officeDocument/2006/relationships/notesMaster" Target="/ppt/notesMasters/notesMaster1.xml" Id="Rfda18ae21a1b4c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fe419eeb8e49f6" /><Relationship Type="http://schemas.openxmlformats.org/officeDocument/2006/relationships/notesMaster" Target="/ppt/notesMasters/notesMaster1.xml" Id="R20b29d97535540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0907b5f81b4dab" /><Relationship Type="http://schemas.openxmlformats.org/officeDocument/2006/relationships/notesMaster" Target="/ppt/notesMasters/notesMaster1.xml" Id="R62a2f3ad495345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f7a0ff48b843e1" /><Relationship Type="http://schemas.openxmlformats.org/officeDocument/2006/relationships/notesMaster" Target="/ppt/notesMasters/notesMaster1.xml" Id="R6447dcffb1cb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task and state that text classification detects learned patterns, not 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IICT Project 1 brief; project source code and generated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work as pattern recognition with responsible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IICT Project 1 brief; project source code and generated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outputs/run_eda.png after running on the final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IICT Project 1 brief; project source code and generated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reproducible preprocessing before model fitting.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IICT Project 1 brief; project source code and generated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interpretability, flexibility, and computational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IICT Project 1 brief; project source code and generated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run_summary.csv, run_results.png, and the four confusion matrices.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IICT Project 1 brief; project source code and generated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limitation is essential to an honest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IICT Project 1 brief; project source code and generated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next steps for the final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IICT Project 1 brief; project source code and generated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a84551596483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B8FA2E5-536E-4C0B-80D5-20799F40067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D1E461F-C389-4B11-BA11-4D9BF46246B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C13B38-E8BA-454D-98E7-98CAEC5C35D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3D4D49-36AB-4018-8AD3-EA5CE2CEEA5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DC3C44-E62E-4491-B353-81B3C2BDA1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f59c88dcf5747a0" /><Relationship Type="http://schemas.openxmlformats.org/officeDocument/2006/relationships/slideLayout" Target="/ppt/slideLayouts/slideLayout2.xml" Id="R937ce1de821f46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E8485C-88CF-45F9-AC9B-AEDE1BE4D52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ce1de821f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a851c3cf9d4acb" /><Relationship Type="http://schemas.openxmlformats.org/officeDocument/2006/relationships/image" Target="/ppt/media/image.png" Id="Rd0c0fa6cc03340d7" /><Relationship Type="http://schemas.openxmlformats.org/officeDocument/2006/relationships/notesSlide" Target="/ppt/notesSlides/notesSlide1.xml" Id="R399bfb45867a44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026dd2eec4ee9" /><Relationship Type="http://schemas.openxmlformats.org/officeDocument/2006/relationships/image" Target="/ppt/media/image2.png" Id="R7b290bdf45d04e0b" /><Relationship Type="http://schemas.openxmlformats.org/officeDocument/2006/relationships/notesSlide" Target="/ppt/notesSlides/notesSlide2.xml" Id="Re80bead5b6fd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70a061bad4479d" /><Relationship Type="http://schemas.openxmlformats.org/officeDocument/2006/relationships/image" Target="/ppt/media/image3.png" Id="R319e625e072e4946" /><Relationship Type="http://schemas.openxmlformats.org/officeDocument/2006/relationships/notesSlide" Target="/ppt/notesSlides/notesSlide3.xml" Id="R04138a5dc0174f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2fdf6383534289" /><Relationship Type="http://schemas.openxmlformats.org/officeDocument/2006/relationships/image" Target="/ppt/media/image4.png" Id="Rddd3d0a4b6bd4814" /><Relationship Type="http://schemas.openxmlformats.org/officeDocument/2006/relationships/notesSlide" Target="/ppt/notesSlides/notesSlide4.xml" Id="R088995554bee45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d15ef1eeff4ac5" /><Relationship Type="http://schemas.openxmlformats.org/officeDocument/2006/relationships/image" Target="/ppt/media/image5.png" Id="Rd1e4bfc65b024bb9" /><Relationship Type="http://schemas.openxmlformats.org/officeDocument/2006/relationships/notesSlide" Target="/ppt/notesSlides/notesSlide5.xml" Id="R4b7f368a19414a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5f79b54f084310" /><Relationship Type="http://schemas.openxmlformats.org/officeDocument/2006/relationships/image" Target="/ppt/media/image6.png" Id="Rb2c3123aa6af4210" /><Relationship Type="http://schemas.openxmlformats.org/officeDocument/2006/relationships/notesSlide" Target="/ppt/notesSlides/notesSlide6.xml" Id="R36246da9d4694b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1697b8b8b44bd8" /><Relationship Type="http://schemas.openxmlformats.org/officeDocument/2006/relationships/image" Target="/ppt/media/image7.png" Id="R8d17762d709341d1" /><Relationship Type="http://schemas.openxmlformats.org/officeDocument/2006/relationships/notesSlide" Target="/ppt/notesSlides/notesSlide7.xml" Id="Rb010ec44de804a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cac793d9d44bec" /><Relationship Type="http://schemas.openxmlformats.org/officeDocument/2006/relationships/image" Target="/ppt/media/image8.png" Id="Ra336a8a87ac048ff" /><Relationship Type="http://schemas.openxmlformats.org/officeDocument/2006/relationships/notesSlide" Target="/ppt/notesSlides/notesSlide8.xml" Id="R7d521f0788e049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DC3C44-E62E-4491-B353-81B3C2BDA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0fa6cc03340d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09590-392C-41BE-9796-80E0CC76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1FCE3-EDC3-4C77-9369-56054400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F619E-313C-4596-94F3-3EFA6EB4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IICT SUMMER INTERNSHIP · PROJECT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1F6CF-59E5-4A07-A879-DF55E44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AI-Powered Fake News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51554-EE3D-4F91-B546-C30CC07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Text classification from preprocessing to model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C5C0D-0E7C-41B7-B55F-425C93D4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C1312-9302-4AC9-B38F-A2357152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From raw news text to a transparent classification workflow</a:t>
            </a:r>
          </a:p>
        </p:txBody>
      </p:sp>
    </p:spTree>
    <p:extLst>
      <p:ext uri="{BB962C8B-B14F-4D97-AF65-F5344CB8AC3E}">
        <p14:creationId xmlns:p14="http://schemas.microsoft.com/office/powerpoint/2010/main" val="1414900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DC3C44-E62E-4491-B353-81B3C2BDA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90bdf45d04e0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8B0F4-8E26-4312-989F-A559E79A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B9933-DFBA-4BFA-9894-47D30FA7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PROBLEM &amp;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36A97-75F1-4F10-A84A-96C84759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BA5AB-AC8B-43F9-9E2B-E39CE434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F3BCF-AF5C-4195-9406-269559E9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9CF26-02B8-41D4-BCF8-63967470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Classify article text as real or fake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55E07-7A74-4A8A-863B-0D9A6169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Build an end-to-end machine-learning pipeline without relying on pre-built model solutions.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7B7D6-5560-4138-80FD-BABEBA23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C782A-C6C3-4A16-AA0D-86E67168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D06A3-345A-4DBF-B066-811D29AC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40A33-04E4-4C70-91E4-E00797E3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45C6A-3D6E-4A12-81F1-33567234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6B299-C852-4D08-9283-02A8375C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7C850-0CB0-4004-81D1-90463ADE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Goal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39229-1093-4F1D-975A-232C6014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Binary classification of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news 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71673-E0D3-4476-A67E-3A368C93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E2AAA2-DA33-418A-844E-9428EDF0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8A9D1-8713-4C3B-B43E-8FF27B6A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88783-A8A0-4C52-8B29-6B23D1D3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F8E1A0-2557-4464-8762-2F1A9820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525AB4-CF86-4F7A-8F11-57947769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7E1CE-561A-48CF-9C7A-16FF2405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446CF-1A28-42B5-A5DF-4096B97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Preprocessing, features,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training, evaluation.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C2887-EF16-4134-93F3-9EFAA0CF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B5E567-7F3B-4C5E-9277-785DD960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5B4D42-10D0-45FB-94FF-92470DD3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D3B9C1-3F1D-4394-8B3C-9CB970BC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29A622-65DD-4F6C-A235-571FEC76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A68464-3930-4227-9B1D-A07B19B0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39E7BA-858B-4546-B940-FFF252A9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Caution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888FF1-A241-4F22-B478-3BCE8216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 text label is not factual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verification.</a:t>
            </a:r>
          </a:p>
        </p:txBody>
      </p:sp>
    </p:spTree>
    <p:extLst>
      <p:ext uri="{BB962C8B-B14F-4D97-AF65-F5344CB8AC3E}">
        <p14:creationId xmlns:p14="http://schemas.microsoft.com/office/powerpoint/2010/main" val="302554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DC3C44-E62E-4491-B353-81B3C2BDA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e625e072e494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5F70E-5FD0-490F-A7D2-BC19EEE4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E6892-015A-45BE-B3CE-1CEC79FC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DATA &amp; EDA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091F3-DCD8-4D1E-8AAE-9BF935E6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EB1B8-1DB9-4A13-BED2-F8682F47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D1CA9-B0F2-455D-B46E-A6118092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1BD78-56EA-4D4C-86AF-2F37997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Inspect the dataset before fitting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02ACA-779F-4CF9-9DA4-7ABC281D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Use a verified Kaggle or UCI source for final results; the included CSV is only a runnable demo.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29C4C-D622-4D80-84D7-A047D698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B6277-580F-4D6E-9922-01DE8CE5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9C986-4DE0-4882-A926-E6D0F2D4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9566D-0ADE-41A8-8EA6-BD059DED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Required 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0347A-E737-48E9-AEDC-4C9FAAFC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text,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D1229-EE6F-4748-B845-25F6D8AC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DA878-95C7-4E20-9C9D-1417DB10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0C87B-E4C7-433F-8FAC-2D753A3E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EDA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CC322-52A2-4D95-B750-4E3CF39A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Class balance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8E30E-2CC3-496B-8AEA-BF941E55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Real vs. fake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2C8E6-FC0D-4D1F-9A69-9EEA6D9A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DA178-2E52-476F-9921-72BD727E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21A64-A274-4A03-9CFE-89496E5E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EDA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1F06B-E3C3-45C6-86D6-C91EA12E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Text patterns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19D1D-8672-4C14-B624-51350A5C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Lengths and top terms</a:t>
            </a:r>
          </a:p>
        </p:txBody>
      </p:sp>
    </p:spTree>
    <p:extLst>
      <p:ext uri="{BB962C8B-B14F-4D97-AF65-F5344CB8AC3E}">
        <p14:creationId xmlns:p14="http://schemas.microsoft.com/office/powerpoint/2010/main" val="1986395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DC3C44-E62E-4491-B353-81B3C2BDA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3d0a4b6bd481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357EF-09EE-450E-9EB2-B663C880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21D42-3651-4215-AD23-F27F3CB8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TEXT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A3B5A-C695-4A78-9854-467C32AC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CDE91-DAE5-4B0B-AE00-28A9FD5C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1BAA7-8246-4162-94A6-CD579A0F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45778-EC43-4708-88C4-4321E41E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Turn text into numerical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C1980-B5AE-4E99-9312-85357E33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Each stage is implemented directly with Python and NumPy.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CF68A-C32E-4CDD-BDF8-22229127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BFB04-AC2B-4612-8B6D-DB6B6F4C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3EE31-6CF3-4A10-8CC0-12445292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B9EFD-0A54-40DE-AAF8-2D71711B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2A51E-51EE-4A3D-8C0E-27EEA58F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BB066-2CD3-402A-A785-1E7DE15A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C8609-3A4A-43A7-A24B-3B3C294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Clean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CFE4D-C01B-452E-BEA4-B6841DF9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Lowercase; remove URLs,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punctuation, and digits.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ED2A1-EA60-423B-B538-8EA20C4C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BF128-242E-43D8-955B-140F316C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EB0B3-BF26-4708-8555-8D67AC19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907A0-AD08-4B61-A130-09B5445B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7E64A-FA67-4DB5-BBA8-ACF57C97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BDA5C-0ACD-4F53-9376-A9066293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EDFB4-B1B5-463D-98A7-A6A739D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Tokenize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B80A7-A1CC-48DA-B438-1A56F350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Remove stopwords and apply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light stemming.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8EF87-3F84-4EFF-8E19-83F33649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B12387-27F4-4947-8EF8-48B57438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0710D1-EC64-442E-B968-43F43AC2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08D88D-2BE8-4E9A-9A14-53E7F76A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BF1CA-5ABB-4A50-A42F-6E51022F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E96CB-CD6E-487D-93F6-63433AED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2BC88-A321-4EC8-BCB3-1C7EC8E0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Represent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67466B-126F-4FA5-B9DB-279B461A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Bag-of-Words, TF-IDF, 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co-occurrence embeddings.</a:t>
            </a:r>
          </a:p>
        </p:txBody>
      </p:sp>
    </p:spTree>
    <p:extLst>
      <p:ext uri="{BB962C8B-B14F-4D97-AF65-F5344CB8AC3E}">
        <p14:creationId xmlns:p14="http://schemas.microsoft.com/office/powerpoint/2010/main" val="571615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DC3C44-E62E-4491-B353-81B3C2BDA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4bfc65b024bb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2FBFC-E680-4AC7-BB3F-21EC0D8A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A9A51-AC9D-44F8-9EB8-AAF0DAEB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MODEL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F0FCC-3DBF-4D99-8B5F-1C7CA82F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9857B-1F6B-4B72-8E2B-3690D60B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BB096-F71E-4829-A16A-7CC881BA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FDDFC-C5B1-46F0-BE24-8F28BC17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Compare four learning strategies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FEEF3-547D-4704-8F83-4E256283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same train/test split makes the comparison fair and reproducible.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934CD-DF08-41B2-A6DA-4DB46213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A0967-8BFF-4CCD-81DF-B1F885F1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2CD49-4D92-40A6-B5C0-0F644268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80B9E-590C-4307-8435-AACEDA1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FE893-3FF4-4248-8771-99A8303E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734CC-B2D9-465E-93A0-BE2B9F29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0FA69-2F37-40F9-8DBA-A3DAD636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KNN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91ABC-F804-4DD1-837C-F608802F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Non-parametric local voting.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B2760-F8B5-4938-AE8E-803104D9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B9BFB-ADB0-4A43-91A0-F688CA92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76770-7844-496F-83AC-2EC34402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A2B3E-C76B-4F30-9C0F-C610E22B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B5262-65CC-4901-89CF-74B3D702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A0E75-9A86-45C5-B174-CE7B3E1D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0759B-3EB2-4D2D-A156-AE6BE8B3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Logistic Regression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35711-898D-4B9A-B5E1-B6CB5986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Parametric linear decision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boundary.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9FB79-26B3-4EDA-A706-A70CF343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0422F7-66D3-49DE-BD8A-D3A20432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00FC4A-5A2E-4592-8C6D-872A2BE7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77B730-EF76-4462-8EB0-D4C16942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56AFC-3E98-4F5A-9919-1471F96F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1B970-3921-442B-9B73-DCE17F15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CA7F2F-AE2C-4EB7-8A20-BC02DAF2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Random Forest + Neural Net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7A8623-C5A4-453E-94A2-7DFEA786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Ensemble trees and 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one-hidden-layer network.</a:t>
            </a:r>
          </a:p>
        </p:txBody>
      </p:sp>
    </p:spTree>
    <p:extLst>
      <p:ext uri="{BB962C8B-B14F-4D97-AF65-F5344CB8AC3E}">
        <p14:creationId xmlns:p14="http://schemas.microsoft.com/office/powerpoint/2010/main" val="1773132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DC3C44-E62E-4491-B353-81B3C2BDA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3123aa6af421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1958F-B0D5-49D7-BD37-9D2F7674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BC680-BEE3-4298-A615-ED96BBDE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2EE65-9E5D-47BF-9348-53E30D6E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268A1-25A7-4BDE-A91E-57030D53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18DC7-95A9-4D14-BE75-0116DE4B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611C-AFB6-49B6-9D21-31707AB3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Measure more than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5A4C0-C328-4D78-90FA-E2D8F81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Evaluate each model against held-out test articles.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B5516-F296-4E68-B7EE-9CDBD32B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B54CE-D313-4E4F-88B4-8B9179EE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12749-6E2E-4F35-98D0-C78D9418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0415A-5998-4E5F-BE14-DD6CDF92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Overall correctness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21217-C9ED-4758-AC91-270F5BFF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predictions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D760C-BA9B-4335-8E0B-20E6E56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B75F1-D66E-4754-919E-C75F1089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45E10-BDFB-494B-A3D8-B43683D8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Precision +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CD4C8-2F3F-4807-B51E-729B9C25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False-positive and false-negative trade-off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6BBD7-4F89-4359-B463-9875DBA1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Positive class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BC961-A305-4807-8297-5AE37C6E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717D92-DDE8-4304-A81E-70955C0F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CD6FD-5FAC-402D-8D32-D42953EB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F1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0F9AE-894B-46A4-9610-BBFB603A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comparison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B045A-5951-44CA-A50A-1B373002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1032297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DC3C44-E62E-4491-B353-81B3C2BDA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7762d709341d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B1DBB-9E90-4EEB-B6D7-5D7A38CA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4C8B0-E0E4-4224-8A6B-05E9D16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E2B5B-4A6D-4047-9395-E782898F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221AB-01E1-4C0E-B18A-ADB84FD2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4D201-2F4F-4FC4-97C6-D7E5376A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E3EAC-331A-4AE8-90ED-DBEAB92A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Interpret predictions responsibly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59526-6272-44AE-91E7-7C496C73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Strong scores on a synthetic or narrow dataset do not guarantee real-world reliability.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9815F-9F92-4ACE-8D45-494B7D24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40CB8-8966-4F26-B447-FE935700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7A658-7BF4-4FA8-9F58-B6CC0128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74B13-68CA-4F52-A243-CF6E7D56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A0F62-8D8E-4EFC-8747-5D105B0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53672-027C-4870-8334-3320F064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F2196-4EA7-4993-A565-298D129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Dataset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6C007-7B6E-42BC-B179-EEE72771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Use sufficiently large,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verified, balanced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27009-5A99-4EB6-AE78-C052FEFA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4D9B5-1DD7-4941-A3CE-06529652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04142-C5DF-4229-B74C-C2247617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B66DE-8224-4256-A85E-6659D265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69729-72A8-4FBC-AFC7-DE6CA926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D2FE3-54CB-4912-90DB-AAE19600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BB3A7-C60E-420E-84EB-F132B29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Generalisation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AE26F-019B-44A2-AEB8-94F8040A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Writing style can change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across topics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publishers.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AD8B6-3561-4BB0-A49F-80813D68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EBBD40-0CB4-4931-8245-FEB367FC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562698-69ED-4185-A4C6-AC87A56B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D60E20-939C-4921-A4A4-F7C52180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792580-6F02-4ECA-9C41-5CE21910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E8EA22-7477-41D2-963F-898F8844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2706FE-8AA3-4D30-9204-6A0C7CED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Use case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B1D5E5-BFEB-41F1-9531-F0B6326E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Support triage; do not treat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classification as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fact-checking.</a:t>
            </a:r>
          </a:p>
        </p:txBody>
      </p:sp>
    </p:spTree>
    <p:extLst>
      <p:ext uri="{BB962C8B-B14F-4D97-AF65-F5344CB8AC3E}">
        <p14:creationId xmlns:p14="http://schemas.microsoft.com/office/powerpoint/2010/main" val="1931874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DC3C44-E62E-4491-B353-81B3C2BDA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6a8a87ac048f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24FF4-17B0-4BBC-AE04-E6357927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A0579-BA88-44D0-9EE7-FF373AA9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FA570-E18C-4DD5-8D57-8399FF9B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A3195-B669-45C6-A180-D18806F2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A91EC-59F9-4D5F-A1CA-D45FD9DD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D3022-2560-45F0-97F1-6F2C5BBB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A complete, reproducible project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8B368-C70C-47AD-9BF1-5EBC89F5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Prepare a real dataset, run the pipeline, and insert the generated results into the report.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4535A-BA59-4DAC-9813-9275E834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8EDBF-D03B-40B4-BBC6-5D96BDE8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B910D-D91B-47E4-842C-E9D9A3C6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3153-0F1E-49D2-A849-3C92D0C6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81202-F42B-4D5D-A8FF-C575A16A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839D6-3E41-437F-A1E7-573EFA48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52EBB-7972-491C-B8FA-AE309DD2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39DC9-348E-45E7-AF66-8AE318CB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main.py produces EDA,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metrics, charts,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confusion matrices.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60C4F-C567-4387-92AD-BF2A595F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AF2BB-A041-460F-9C5D-4B438B03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33C3E-56B8-4E4C-9BCF-8D1C86AF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A8985-B2C5-4436-B5E7-485FA57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F29D7-EFB2-4209-8135-63B00AA1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F715E-5B4D-4014-8F43-C3B23497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3919D-793B-47B5-AC2C-ACE443B5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A3CE0-3F3D-43C1-90F5-AD8CA640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Transfer REPORT_DRAFT.md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into the IEEE template.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09D6D-4491-41FB-B148-81F18D9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5B77D2-8B1F-457C-BF32-A996959C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B2C22-047D-488B-8822-DA079F40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9E56C5-B767-493B-A16D-F17534F2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C1D99-877B-4679-9761-B4B370FD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2C051F-C555-4908-BE19-47E5892A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CAACCC-06DB-4216-BE57-D81C6A9E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Extend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A34C2-5F8E-42FE-945E-86F31657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Add verified data,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cross-validation, and source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metadata.</a:t>
            </a:r>
          </a:p>
        </p:txBody>
      </p:sp>
    </p:spTree>
    <p:extLst>
      <p:ext uri="{BB962C8B-B14F-4D97-AF65-F5344CB8AC3E}">
        <p14:creationId xmlns:p14="http://schemas.microsoft.com/office/powerpoint/2010/main" val="2103650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2026-07-28T13:29:12.8720000Z</dcterms:created>
  <dcterms:modified xsi:type="dcterms:W3CDTF">2026-07-28T13:29:12.8720000Z</dcterms:modified>
</coreProperties>
</file>